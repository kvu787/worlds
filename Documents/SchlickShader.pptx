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099" autoAdjust="0"/>
    <p:restoredTop sz="97589" autoAdjust="0"/>
  </p:normalViewPr>
  <p:slideViewPr>
    <p:cSldViewPr snapToGrid="0">
      <p:cViewPr>
        <p:scale>
          <a:sx n="100" d="100"/>
          <a:sy n="100" d="100"/>
        </p:scale>
        <p:origin x="3858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02DD-72A1-58BC-67A7-5183225CA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25B36-EA44-0E87-2953-5D29DE64E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B9BC-3E79-18BA-B83F-44CDF557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4072F-3CD6-51A3-AF00-937E4781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F26F-5E20-F1FD-296A-3055E740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4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E1FF-4DB2-51EA-AE25-9ABC6224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A6E9-B96F-11CA-F36B-C5016BDF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B57A0-B85E-169A-540D-3FCD7179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42450-3D5F-C2B6-EF09-BEFAEB29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FB99-E9BF-BA2E-BB2B-941947BA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5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8121-BF42-B9D6-CFAF-D39C7764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5E1A-CDCC-BE0B-B258-F01499712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DA9DE-5482-92F7-E0E8-6517C3B2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D5DB-B5CE-B049-E997-E25C2B42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620F2-EC43-A506-3FE9-52A5E64B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2628-E8BE-CF91-86CE-0D18E46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36D1-F540-EA57-A685-F95E0C03E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E3934-4F71-2A39-FC6E-39D2D4EBD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465AE-9AA6-F4F1-BA7D-E571FB0E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9F562-924E-1310-F740-85C2A319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FFCEA-2893-6AD5-F568-72139D6A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3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FC32-F474-0A22-EE5C-EA079A1D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99348-87B7-7DB2-B449-8C3C7BC42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77A06-A575-612C-4A3C-C2EAC093A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B0874-FB2D-3276-72CE-908B8836A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F6B42-EFB8-87FA-268A-1DEA5ABF2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3ED36-2FCE-6E66-CB7F-D40590C5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91C00-D25B-6E09-0604-B7F91B5A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3374C-B83F-B17C-42E9-644033B1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F436-EAC8-5F93-2C17-77A27BA0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73F73-E4D8-A734-0297-F927D37C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8F36C-CEE2-B120-4A24-F7CF3AAF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F65C1-A9A4-CD71-ECA6-26797A37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8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5AE8C-4769-4B83-BC55-C1D1AC81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6D335-14C5-F035-61C2-BD6A5FBD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3A5C3-D810-9488-DAE8-A5E4D36D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4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D8CA-3986-495E-9C9A-02B80EDD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655D-6D68-664C-F34D-FB10A4E9A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390FA-D88E-A6A0-0A5D-4260ED7C1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28AA2-9FB2-65FC-7C72-C7D94DAD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70E9-FB7E-19AC-D2C4-68F205B0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7AB0F-CC5C-FED7-D220-274284EF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F9C6-8101-BA7C-3A4C-9E156CC8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04E570-9B0A-6A1E-EB7F-8970BF26A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1506B-DB34-210A-4395-B4C155B9D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D81C-8A29-E808-7DFE-CDF76D7E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AC0EF-8243-0B6F-B75B-9BAE8874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4462B-F367-5B85-40CB-BCD95BF2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0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C831-E219-0125-2DB7-6D9CE634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72111-22B7-C55C-1AAF-8AE17764E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FD20E-1402-1425-9604-D4381DEC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4E39-FF59-5B65-7882-F3A75765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DAD31-B91C-837D-94F3-A34ABB51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56C53B-0B66-46F4-B602-D3F417EEC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FF6F6-E6D2-6068-3229-10950BE7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F5DC6-02C9-99FE-DBA5-01784CF7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CFBDE-70A2-8D00-5285-97ECB2C2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F59E-CD4D-A4AE-A2B2-C9595EF5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F7ECB-16C1-DE50-70B0-800EFDFE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8D418-7F2B-6DE4-C90B-CDBBEE6D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74C2B-CACD-27DA-3B50-0228AE5DE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060AC-56DC-49BF-869D-19D19F550F1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94067-DC69-5944-6AA3-7AF0E122B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60FD-10EC-AA7F-7556-559A8F585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93A0A-A51A-45B7-A7CD-2D8A99F3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1B6023-A968-7D54-7BBA-9F192D822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7186" y="-2348719"/>
            <a:ext cx="23977771" cy="11555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9661EB-88E9-EF35-4DC3-1BA099C931EC}"/>
              </a:ext>
            </a:extLst>
          </p:cNvPr>
          <p:cNvSpPr txBox="1"/>
          <p:nvPr/>
        </p:nvSpPr>
        <p:spPr>
          <a:xfrm>
            <a:off x="3409950" y="866775"/>
            <a:ext cx="62293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color is mixed between black and white by a factor</a:t>
            </a:r>
          </a:p>
          <a:p>
            <a:r>
              <a:rPr lang="en-US" dirty="0"/>
              <a:t>Then we have light, color, dark values for each channel</a:t>
            </a:r>
          </a:p>
          <a:p>
            <a:r>
              <a:rPr lang="en-US" dirty="0"/>
              <a:t>For this example, we’ll work with red channel only</a:t>
            </a:r>
          </a:p>
          <a:p>
            <a:r>
              <a:rPr lang="en-US" dirty="0"/>
              <a:t>So we have </a:t>
            </a:r>
            <a:r>
              <a:rPr lang="en-US" dirty="0" err="1"/>
              <a:t>r_light</a:t>
            </a:r>
            <a:r>
              <a:rPr lang="en-US" dirty="0"/>
              <a:t>, </a:t>
            </a:r>
            <a:r>
              <a:rPr lang="en-US" dirty="0" err="1"/>
              <a:t>r_color</a:t>
            </a:r>
            <a:r>
              <a:rPr lang="en-US" dirty="0"/>
              <a:t>, </a:t>
            </a:r>
            <a:r>
              <a:rPr lang="en-US" dirty="0" err="1"/>
              <a:t>r_dark</a:t>
            </a:r>
            <a:endParaRPr lang="en-US" dirty="0"/>
          </a:p>
          <a:p>
            <a:r>
              <a:rPr lang="en-US" dirty="0"/>
              <a:t>Also we have </a:t>
            </a:r>
            <a:r>
              <a:rPr lang="en-US" dirty="0" err="1"/>
              <a:t>FacingRatio</a:t>
            </a:r>
            <a:r>
              <a:rPr lang="en-US" dirty="0"/>
              <a:t> which is same for all channels</a:t>
            </a:r>
          </a:p>
          <a:p>
            <a:r>
              <a:rPr lang="en-US" dirty="0"/>
              <a:t>“a” is mapped to an input called “</a:t>
            </a:r>
            <a:r>
              <a:rPr lang="en-US" dirty="0" err="1"/>
              <a:t>BaseColorPoint</a:t>
            </a:r>
            <a:r>
              <a:rPr lang="en-US" dirty="0"/>
              <a:t>”</a:t>
            </a:r>
          </a:p>
          <a:p>
            <a:r>
              <a:rPr lang="en-US" dirty="0"/>
              <a:t>“b” = </a:t>
            </a:r>
            <a:r>
              <a:rPr lang="en-US" dirty="0" err="1"/>
              <a:t>r_color</a:t>
            </a:r>
            <a:endParaRPr lang="en-US" dirty="0"/>
          </a:p>
          <a:p>
            <a:r>
              <a:rPr lang="en-US" dirty="0"/>
              <a:t>“c” = </a:t>
            </a:r>
            <a:r>
              <a:rPr lang="en-US" dirty="0" err="1"/>
              <a:t>r_dark</a:t>
            </a:r>
            <a:endParaRPr lang="en-US" dirty="0"/>
          </a:p>
          <a:p>
            <a:r>
              <a:rPr lang="en-US" dirty="0"/>
              <a:t>“d” = </a:t>
            </a:r>
            <a:r>
              <a:rPr lang="en-US" dirty="0" err="1"/>
              <a:t>r_light</a:t>
            </a:r>
            <a:endParaRPr lang="en-US" dirty="0"/>
          </a:p>
          <a:p>
            <a:r>
              <a:rPr lang="en-US" dirty="0"/>
              <a:t>“f(x)” computes the value for the red channel</a:t>
            </a:r>
          </a:p>
          <a:p>
            <a:r>
              <a:rPr lang="en-US" dirty="0"/>
              <a:t>Resulting color is &lt; </a:t>
            </a:r>
            <a:r>
              <a:rPr lang="en-US" dirty="0" err="1"/>
              <a:t>f_r</a:t>
            </a:r>
            <a:r>
              <a:rPr lang="en-US" dirty="0"/>
              <a:t>(x), </a:t>
            </a:r>
            <a:r>
              <a:rPr lang="en-US" dirty="0" err="1"/>
              <a:t>f_g</a:t>
            </a:r>
            <a:r>
              <a:rPr lang="en-US" dirty="0"/>
              <a:t>(x), </a:t>
            </a:r>
            <a:r>
              <a:rPr lang="en-US" dirty="0" err="1"/>
              <a:t>f_b</a:t>
            </a:r>
            <a:r>
              <a:rPr lang="en-US" dirty="0"/>
              <a:t>(x) 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0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125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Vu</dc:creator>
  <cp:lastModifiedBy>Kevin Vu</cp:lastModifiedBy>
  <cp:revision>2</cp:revision>
  <dcterms:created xsi:type="dcterms:W3CDTF">2025-12-21T14:37:22Z</dcterms:created>
  <dcterms:modified xsi:type="dcterms:W3CDTF">2025-12-21T21:46:03Z</dcterms:modified>
</cp:coreProperties>
</file>